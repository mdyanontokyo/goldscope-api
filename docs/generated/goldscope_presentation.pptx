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GoldScope API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Gold price intelligence platform for XJCO3011 coursework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Project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Build a gold price intelligence API rather than a basic CRUD-only service</a:t>
            </a:r>
          </a:p>
          <a:p>
            <a:pPr>
              <a:defRPr sz="2200"/>
            </a:pPr>
            <a:r>
              <a:t>Satisfy coursework deliverables while demonstrating modern API engineering</a:t>
            </a:r>
          </a:p>
          <a:p>
            <a:pPr>
              <a:defRPr sz="2200"/>
            </a:pPr>
            <a:r>
              <a:t>Combine data, analytics, authentication, testing, documentation, and deployment readiness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FastAPI application with modular routers, schemas, services, and models</a:t>
            </a:r>
          </a:p>
          <a:p>
            <a:pPr>
              <a:defRPr sz="2200"/>
            </a:pPr>
            <a:r>
              <a:t>SQLite for local development and Render Postgres for public deployment</a:t>
            </a:r>
          </a:p>
          <a:p>
            <a:pPr>
              <a:defRPr sz="2200"/>
            </a:pPr>
            <a:r>
              <a:t>JWT Bearer authentication for user-owned alert resources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`users` stores credentials and account identity</a:t>
            </a:r>
          </a:p>
          <a:p>
            <a:pPr>
              <a:defRPr sz="2200"/>
            </a:pPr>
            <a:r>
              <a:t>`gold_prices` stores historical monthly gold price observations</a:t>
            </a:r>
          </a:p>
          <a:p>
            <a:pPr>
              <a:defRPr sz="2200"/>
            </a:pPr>
            <a:r>
              <a:t>`price_alerts` stores authenticated user-defined alert rules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API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Public endpoints expose prices and analytics</a:t>
            </a:r>
          </a:p>
          <a:p>
            <a:pPr>
              <a:defRPr sz="2200"/>
            </a:pPr>
            <a:r>
              <a:t>Protected endpoints manage alert CRUD</a:t>
            </a:r>
          </a:p>
          <a:p>
            <a:pPr>
              <a:defRPr sz="2200"/>
            </a:pPr>
            <a:r>
              <a:t>JSON responses and standard HTTP status codes are used consistently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Analytics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Summary statistics</a:t>
            </a:r>
          </a:p>
          <a:p>
            <a:pPr>
              <a:defRPr sz="2200"/>
            </a:pPr>
            <a:r>
              <a:t>Returns across multiple windows</a:t>
            </a:r>
          </a:p>
          <a:p>
            <a:pPr>
              <a:defRPr sz="2200"/>
            </a:pPr>
            <a:r>
              <a:t>Annualized volatility</a:t>
            </a:r>
          </a:p>
          <a:p>
            <a:pPr>
              <a:defRPr sz="2200"/>
            </a:pPr>
            <a:r>
              <a:t>Maximum drawdown</a:t>
            </a:r>
          </a:p>
          <a:p>
            <a:pPr>
              <a:defRPr sz="2200"/>
            </a:pPr>
            <a:r>
              <a:t>Anomaly detection with z-score</a:t>
            </a:r>
          </a:p>
          <a:p>
            <a:pPr>
              <a:defRPr sz="2200"/>
            </a:pPr>
            <a:r>
              <a:t>Market regime classification using moving averages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Version Control and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Repository structured for clear incremental commits</a:t>
            </a:r>
          </a:p>
          <a:p>
            <a:pPr>
              <a:defRPr sz="2200"/>
            </a:pPr>
            <a:r>
              <a:t>Alembic migrations included for schema tracking</a:t>
            </a:r>
          </a:p>
          <a:p>
            <a:pPr>
              <a:defRPr sz="2200"/>
            </a:pPr>
            <a:r>
              <a:t>Render Blueprint prepared for public deployment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Documentation and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README with setup and run instructions</a:t>
            </a:r>
          </a:p>
          <a:p>
            <a:pPr>
              <a:defRPr sz="2200"/>
            </a:pPr>
            <a:r>
              <a:t>API documentation in Markdown and PDF</a:t>
            </a:r>
          </a:p>
          <a:p>
            <a:pPr>
              <a:defRPr sz="2200"/>
            </a:pPr>
            <a:r>
              <a:t>Technical report in Markdown and PDF</a:t>
            </a:r>
          </a:p>
          <a:p>
            <a:pPr>
              <a:defRPr sz="2200"/>
            </a:pPr>
            <a:r>
              <a:t>pytest coverage for auth, CRUD, analytics, and error cases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Challenges, Trade-offs, and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Chose stable snapshot data over risky live paid APIs</a:t>
            </a:r>
          </a:p>
          <a:p>
            <a:pPr>
              <a:defRPr sz="2200"/>
            </a:pPr>
            <a:r>
              <a:t>Prioritized reproducibility and strong submission quality near the deadline</a:t>
            </a:r>
          </a:p>
          <a:p>
            <a:pPr>
              <a:defRPr sz="2200"/>
            </a:pPr>
            <a:r>
              <a:t>Future work includes real-time feeds, alert notifications, and broader market correlations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